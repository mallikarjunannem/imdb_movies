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867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09175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044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72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4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4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62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57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2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57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2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IMDB Movies SQL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Professional PowerPoint Presentation</a:t>
            </a:r>
          </a:p>
          <a:p>
            <a:r>
              <a:rPr dirty="0"/>
              <a:t>By: </a:t>
            </a:r>
            <a:r>
              <a:rPr dirty="0" err="1"/>
              <a:t>Mallikarjuna</a:t>
            </a:r>
            <a:r>
              <a:rPr lang="en-US" dirty="0" err="1"/>
              <a:t>,Nikhil,Dinesh</a:t>
            </a:r>
            <a:br>
              <a:rPr lang="en-US" dirty="0"/>
            </a:br>
            <a:r>
              <a:rPr lang="en-US" dirty="0"/>
              <a:t>Srikar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SQL-based analysis of IMDB Movies &amp; Directors dataset</a:t>
            </a:r>
          </a:p>
          <a:p>
            <a:pPr marL="0" indent="0">
              <a:buNone/>
            </a:pPr>
            <a:r>
              <a:rPr dirty="0"/>
              <a:t>• Includes JOIN operations, filtering, ranking, and aggregation queries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Tables Included:</a:t>
            </a:r>
          </a:p>
          <a:p>
            <a:pPr marL="0" indent="0">
              <a:buNone/>
            </a:pPr>
            <a:r>
              <a:rPr dirty="0"/>
              <a:t>• Directors (id, name, gender, department)</a:t>
            </a:r>
          </a:p>
          <a:p>
            <a:pPr marL="0" indent="0">
              <a:buNone/>
            </a:pPr>
            <a:r>
              <a:rPr dirty="0"/>
              <a:t>• Movies (</a:t>
            </a:r>
            <a:r>
              <a:rPr dirty="0" err="1"/>
              <a:t>uid</a:t>
            </a:r>
            <a:r>
              <a:rPr dirty="0"/>
              <a:t>, title, budget, popularity, revenue, ratings, </a:t>
            </a:r>
            <a:r>
              <a:rPr dirty="0" err="1"/>
              <a:t>director_id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Retrieve movie &amp; director data</a:t>
            </a:r>
          </a:p>
          <a:p>
            <a:pPr marL="0" indent="0">
              <a:buNone/>
            </a:pPr>
            <a:r>
              <a:rPr dirty="0"/>
              <a:t>• Filter and count directors</a:t>
            </a:r>
          </a:p>
          <a:p>
            <a:pPr marL="0" indent="0">
              <a:buNone/>
            </a:pPr>
            <a:r>
              <a:rPr dirty="0"/>
              <a:t>• Popularity and revenue analysis</a:t>
            </a:r>
          </a:p>
          <a:p>
            <a:pPr marL="0" indent="0">
              <a:buNone/>
            </a:pPr>
            <a:r>
              <a:rPr dirty="0"/>
              <a:t>• Identify most active and most bankable directors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Queries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Total movies count</a:t>
            </a:r>
          </a:p>
          <a:p>
            <a:pPr marL="0" indent="0">
              <a:buNone/>
            </a:pPr>
            <a:r>
              <a:rPr dirty="0"/>
              <a:t>• Directors starting with S</a:t>
            </a:r>
          </a:p>
          <a:p>
            <a:pPr marL="0" indent="0">
              <a:buNone/>
            </a:pPr>
            <a:r>
              <a:rPr dirty="0"/>
              <a:t>• Brenda Chapman movies</a:t>
            </a:r>
          </a:p>
          <a:p>
            <a:pPr marL="0" indent="0">
              <a:buNone/>
            </a:pPr>
            <a:r>
              <a:rPr dirty="0"/>
              <a:t>• Top 3 popular and bankable movies</a:t>
            </a:r>
          </a:p>
          <a:p>
            <a:pPr marL="0" indent="0">
              <a:buNone/>
            </a:pPr>
            <a:r>
              <a:rPr dirty="0"/>
              <a:t>• Highest ratings after 2000</a:t>
            </a:r>
          </a:p>
          <a:p>
            <a:pPr marL="0" indent="0">
              <a:buNone/>
            </a:pPr>
            <a:r>
              <a:rPr dirty="0"/>
              <a:t>• Most movies &amp; most bankable director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Ratings and popularity do not always correlate</a:t>
            </a:r>
          </a:p>
          <a:p>
            <a:pPr marL="0" indent="0">
              <a:buNone/>
            </a:pPr>
            <a:r>
              <a:rPr dirty="0"/>
              <a:t>• Some directors contribute far more movies</a:t>
            </a:r>
          </a:p>
          <a:p>
            <a:pPr marL="0" indent="0">
              <a:buNone/>
            </a:pPr>
            <a:r>
              <a:rPr dirty="0"/>
              <a:t>• Revenue distribution shows major outliers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All SQL project tasks successfully completed</a:t>
            </a:r>
          </a:p>
          <a:p>
            <a:pPr marL="0" indent="0">
              <a:buNone/>
            </a:pPr>
            <a:r>
              <a:rPr dirty="0"/>
              <a:t>• JOIN-based approach ensures accurate data merging</a:t>
            </a:r>
          </a:p>
          <a:p>
            <a:pPr marL="0" indent="0">
              <a:buNone/>
            </a:pPr>
            <a:r>
              <a:rPr dirty="0"/>
              <a:t>• Dataset supports strong analytical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4</TotalTime>
  <Words>177</Words>
  <Application>Microsoft Office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Schoolbook</vt:lpstr>
      <vt:lpstr>Wingdings 2</vt:lpstr>
      <vt:lpstr>View</vt:lpstr>
      <vt:lpstr>IMDB Movies SQL Analysis</vt:lpstr>
      <vt:lpstr>Introduction</vt:lpstr>
      <vt:lpstr>Dataset Overview</vt:lpstr>
      <vt:lpstr>Project Objectives</vt:lpstr>
      <vt:lpstr>Key Queries Completed</vt:lpstr>
      <vt:lpstr>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Annem Mallikarjuna</cp:lastModifiedBy>
  <cp:revision>3</cp:revision>
  <dcterms:created xsi:type="dcterms:W3CDTF">2013-01-27T09:14:16Z</dcterms:created>
  <dcterms:modified xsi:type="dcterms:W3CDTF">2025-11-28T02:34:24Z</dcterms:modified>
  <cp:category/>
</cp:coreProperties>
</file>